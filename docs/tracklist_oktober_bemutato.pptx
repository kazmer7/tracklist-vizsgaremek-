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970" y="548640"/>
            <a:ext cx="1654459" cy="141732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69077"/>
            <a:ext cx="2423160" cy="10404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1069848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41414"/>
                </a:solidFill>
                <a:latin typeface="Arial"/>
              </a:rPr>
              <a:t>TrackList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9981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Zenei értékelő és közösségi webalkalmazás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dirty="0" err="1">
                <a:solidFill>
                  <a:srgbClr val="141414"/>
                </a:solidFill>
                <a:latin typeface="Arial"/>
              </a:rPr>
              <a:t>Vizsgaremek</a:t>
            </a:r>
            <a:r>
              <a:rPr sz="2100" b="0" dirty="0">
                <a:solidFill>
                  <a:srgbClr val="141414"/>
                </a:solidFill>
                <a:latin typeface="Arial"/>
              </a:rPr>
              <a:t> </a:t>
            </a:r>
            <a:r>
              <a:rPr lang="hu-HU" sz="2100" b="0" dirty="0">
                <a:solidFill>
                  <a:srgbClr val="141414"/>
                </a:solidFill>
                <a:latin typeface="Arial"/>
              </a:rPr>
              <a:t>-</a:t>
            </a:r>
            <a:r>
              <a:rPr sz="21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141414"/>
                </a:solidFill>
                <a:latin typeface="Arial"/>
              </a:rPr>
              <a:t>októberi</a:t>
            </a:r>
            <a:r>
              <a:rPr sz="21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141414"/>
                </a:solidFill>
                <a:latin typeface="Arial"/>
              </a:rPr>
              <a:t>bemutató</a:t>
            </a:r>
            <a:endParaRPr sz="21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05663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Zupkó Kazmér  •  Simon Gábor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967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C3C3C"/>
                </a:solidFill>
                <a:latin typeface="Arial"/>
              </a:rPr>
              <a:t>Miskolci SZC Kandó Kálmán Informatikai Technikum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C3C3C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1414"/>
                </a:solidFill>
                <a:latin typeface="Arial"/>
              </a:rPr>
              <a:t>A projekt ötlete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630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1463040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Egy zenei értékelő weboldalt szeretnénk készíteni.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4144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441448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Albumokat és zeneszámokat lehet majd keresni és pontozni.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1985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19856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A felhasználók saját listákat és bejegyzéseket is készíthetnek.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9826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398264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Az ötletet a Rate Your Music és az AniList adta.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1414"/>
                </a:solidFill>
                <a:latin typeface="Arial"/>
              </a:rPr>
              <a:t>A weboldal tervezett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630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1463040"/>
            <a:ext cx="10085832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141414"/>
                </a:solidFill>
                <a:latin typeface="Arial"/>
              </a:rPr>
              <a:t>Főoldal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lang="hu-HU" sz="2300" b="0" dirty="0">
                <a:solidFill>
                  <a:srgbClr val="141414"/>
                </a:solidFill>
                <a:latin typeface="Arial"/>
              </a:rPr>
              <a:t>-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közösségi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bejegyzések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és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értékelések</a:t>
            </a:r>
            <a:endParaRPr sz="23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20" y="230428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304288"/>
            <a:ext cx="10085832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141414"/>
                </a:solidFill>
                <a:latin typeface="Arial"/>
              </a:rPr>
              <a:t>Keresés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lang="hu-HU" sz="2300" b="0" dirty="0">
                <a:solidFill>
                  <a:srgbClr val="141414"/>
                </a:solidFill>
                <a:latin typeface="Arial"/>
              </a:rPr>
              <a:t>-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előadók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,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albumok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és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zeneszámok</a:t>
            </a:r>
            <a:endParaRPr sz="23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314553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145536"/>
            <a:ext cx="10085832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dirty="0">
                <a:solidFill>
                  <a:srgbClr val="141414"/>
                </a:solidFill>
                <a:latin typeface="Arial"/>
              </a:rPr>
              <a:t>Album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adatlap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lang="hu-HU" sz="2300" b="0" dirty="0">
                <a:solidFill>
                  <a:srgbClr val="141414"/>
                </a:solidFill>
                <a:latin typeface="Arial"/>
              </a:rPr>
              <a:t>-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tracklista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,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pontszámok</a:t>
            </a:r>
            <a:r>
              <a:rPr sz="2300" b="0" dirty="0">
                <a:solidFill>
                  <a:srgbClr val="141414"/>
                </a:solidFill>
                <a:latin typeface="Arial"/>
              </a:rPr>
              <a:t>, </a:t>
            </a:r>
            <a:r>
              <a:rPr sz="2300" b="0" dirty="0" err="1">
                <a:solidFill>
                  <a:srgbClr val="141414"/>
                </a:solidFill>
                <a:latin typeface="Arial"/>
              </a:rPr>
              <a:t>vélemények</a:t>
            </a:r>
            <a:endParaRPr sz="2300"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98678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986784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Profil és saját listák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28032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828032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41414"/>
                </a:solidFill>
                <a:latin typeface="Arial"/>
              </a:rPr>
              <a:t>Bejelentkezés és regisztráció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789920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dirty="0" err="1">
                <a:solidFill>
                  <a:srgbClr val="141414"/>
                </a:solidFill>
                <a:latin typeface="Arial"/>
              </a:rPr>
              <a:t>Drótváz</a:t>
            </a:r>
            <a:r>
              <a:rPr sz="3100" b="1" dirty="0">
                <a:solidFill>
                  <a:srgbClr val="141414"/>
                </a:solidFill>
                <a:latin typeface="Arial"/>
              </a:rPr>
              <a:t> </a:t>
            </a:r>
            <a:r>
              <a:rPr lang="hu-HU" sz="3100" b="1" dirty="0">
                <a:solidFill>
                  <a:srgbClr val="141414"/>
                </a:solidFill>
                <a:latin typeface="Arial"/>
              </a:rPr>
              <a:t>-</a:t>
            </a:r>
            <a:r>
              <a:rPr sz="3100" b="1" dirty="0">
                <a:solidFill>
                  <a:srgbClr val="141414"/>
                </a:solidFill>
                <a:latin typeface="Arial"/>
              </a:rPr>
              <a:t> </a:t>
            </a:r>
            <a:r>
              <a:rPr sz="3100" b="1" dirty="0" err="1">
                <a:solidFill>
                  <a:srgbClr val="141414"/>
                </a:solidFill>
                <a:latin typeface="Arial"/>
              </a:rPr>
              <a:t>főoldal</a:t>
            </a:r>
            <a:endParaRPr sz="3100" b="1" dirty="0">
              <a:solidFill>
                <a:srgbClr val="141414"/>
              </a:solidFill>
              <a:latin typeface="Arial"/>
            </a:endParaRPr>
          </a:p>
        </p:txBody>
      </p:sp>
      <p:pic>
        <p:nvPicPr>
          <p:cNvPr id="3" name="Picture 2" descr="ui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4" y="1106424"/>
            <a:ext cx="8741350" cy="4855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9576" y="60807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C3C3C"/>
                </a:solidFill>
                <a:latin typeface="Arial"/>
              </a:rPr>
              <a:t>A főoldalon a közösségi hírfolyam jelenik meg.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789920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 dirty="0" err="1">
                <a:solidFill>
                  <a:srgbClr val="141414"/>
                </a:solidFill>
                <a:latin typeface="Arial"/>
              </a:rPr>
              <a:t>Drótváz</a:t>
            </a:r>
            <a:r>
              <a:rPr sz="3100" b="1" dirty="0">
                <a:solidFill>
                  <a:srgbClr val="141414"/>
                </a:solidFill>
                <a:latin typeface="Arial"/>
              </a:rPr>
              <a:t> </a:t>
            </a:r>
            <a:r>
              <a:rPr lang="hu-HU" sz="3100" b="1" dirty="0">
                <a:solidFill>
                  <a:srgbClr val="141414"/>
                </a:solidFill>
                <a:latin typeface="Arial"/>
              </a:rPr>
              <a:t>-</a:t>
            </a:r>
            <a:r>
              <a:rPr sz="3100" b="1" dirty="0">
                <a:solidFill>
                  <a:srgbClr val="141414"/>
                </a:solidFill>
                <a:latin typeface="Arial"/>
              </a:rPr>
              <a:t> album </a:t>
            </a:r>
            <a:r>
              <a:rPr sz="3100" b="1" dirty="0" err="1">
                <a:solidFill>
                  <a:srgbClr val="141414"/>
                </a:solidFill>
                <a:latin typeface="Arial"/>
              </a:rPr>
              <a:t>adatlap</a:t>
            </a:r>
            <a:endParaRPr sz="3100" b="1" dirty="0">
              <a:solidFill>
                <a:srgbClr val="141414"/>
              </a:solidFill>
              <a:latin typeface="Arial"/>
            </a:endParaRPr>
          </a:p>
        </p:txBody>
      </p:sp>
      <p:pic>
        <p:nvPicPr>
          <p:cNvPr id="3" name="Picture 2" descr="ui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4" y="1106424"/>
            <a:ext cx="8741350" cy="4855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9576" y="60807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C3C3C"/>
                </a:solidFill>
                <a:latin typeface="Arial"/>
              </a:rPr>
              <a:t>Albumborító, zeneszámok és felhasználói értékelések.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1414"/>
                </a:solidFill>
                <a:latin typeface="Arial"/>
              </a:rPr>
              <a:t>Tervezett technológiák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630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1463040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414"/>
                </a:solidFill>
                <a:latin typeface="Arial"/>
              </a:rPr>
              <a:t>Frontend: React, JavaScript, HTML,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957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395728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414"/>
                </a:solidFill>
                <a:latin typeface="Arial"/>
              </a:rPr>
              <a:t>Backend: C#, ASP.NET Core Web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2841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328416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414"/>
                </a:solidFill>
                <a:latin typeface="Arial"/>
              </a:rPr>
              <a:t>Adatbázis: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6110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261104"/>
            <a:ext cx="1008583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141414"/>
                </a:solidFill>
                <a:latin typeface="Arial"/>
              </a:rPr>
              <a:t>Közös</a:t>
            </a:r>
            <a:r>
              <a:rPr sz="24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2400" b="0" dirty="0" err="1">
                <a:solidFill>
                  <a:srgbClr val="141414"/>
                </a:solidFill>
                <a:latin typeface="Arial"/>
              </a:rPr>
              <a:t>munka</a:t>
            </a:r>
            <a:r>
              <a:rPr sz="2400" b="0" dirty="0">
                <a:solidFill>
                  <a:srgbClr val="141414"/>
                </a:solidFill>
                <a:latin typeface="Arial"/>
              </a:rPr>
              <a:t>: GitHub, Trello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1414"/>
                </a:solidFill>
                <a:latin typeface="Arial"/>
              </a:rPr>
              <a:t>Munkamegosztás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1414"/>
                </a:solidFill>
                <a:latin typeface="Arial"/>
              </a:rPr>
              <a:t>Zupkó Kazmér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5681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8" y="1956816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Backend (C#, Web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9689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2596896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Trello, drótvázak és bemutató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48456"/>
            <a:ext cx="100584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1414"/>
                </a:solidFill>
                <a:latin typeface="Arial"/>
              </a:rPr>
              <a:t>Simon Gábor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245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224528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Frontend (React, HTML, CSS)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6460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64608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GitHub és verziókezelés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C3C3C"/>
                </a:solidFill>
                <a:latin typeface="Arial"/>
              </a:rPr>
              <a:t>Az adatbázist és a tesztelést közösen végezzük.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41414"/>
                </a:solidFill>
                <a:latin typeface="Arial"/>
              </a:rPr>
              <a:t>Az októberi munka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53312"/>
            <a:ext cx="100584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1414"/>
                </a:solidFill>
                <a:latin typeface="Arial"/>
              </a:rPr>
              <a:t>Elkészült: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9385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38528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A Trello tábla és a feladatok kiosztása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55117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551176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A GitHub repository és a projekt dokumentációja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16382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163824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A nyolcoldalas drótváz és a Word-dokumentáció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0584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1414"/>
                </a:solidFill>
                <a:latin typeface="Arial"/>
              </a:rPr>
              <a:t>Következő lépések: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84632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46320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A frontend, a Web API és az adatbázis elkészítése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468112"/>
            <a:ext cx="3291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468112"/>
            <a:ext cx="100858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1414"/>
                </a:solidFill>
                <a:latin typeface="Arial"/>
              </a:rPr>
              <a:t>Tesztelés, hibajavítás és végleges dokumentáció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TrackList – Októberi vizsgaremek-bemutató</dc:title>
  <dc:subject>Szoftverfejlesztő és -tesztelő vizsgaremek</dc:subject>
  <dc:creator>Zupkó Kazmér; Simon Gábor</dc:creator>
  <cp:keywords/>
  <dc:description>generated using python-pptx</dc:description>
  <cp:lastModifiedBy>zupko kazmer</cp:lastModifiedBy>
  <cp:revision>2</cp:revision>
  <dcterms:created xsi:type="dcterms:W3CDTF">2013-01-27T09:14:16Z</dcterms:created>
  <dcterms:modified xsi:type="dcterms:W3CDTF">2026-10-22T15:08:12Z</dcterms:modified>
  <cp:category/>
</cp:coreProperties>
</file>